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63" r:id="rId3"/>
    <p:sldId id="258" r:id="rId4"/>
    <p:sldId id="262" r:id="rId5"/>
    <p:sldId id="261" r:id="rId6"/>
    <p:sldId id="259" r:id="rId7"/>
    <p:sldId id="260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9" autoAdjust="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8/25/2026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8/25/2026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8/25/2026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5770" y="2095500"/>
            <a:ext cx="9144000" cy="2667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Car Vision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C2C4C0-EE72-82EB-E542-B3BCB6936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452C-9CE3-0FCC-7DBB-2202ACD3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2AEC94-6291-17F8-8ACA-DBBFF7B2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Autonomous Cars?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CEED536-252A-DCD1-2467-50480C21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2316088"/>
          </a:xfrm>
        </p:spPr>
        <p:txBody>
          <a:bodyPr>
            <a:noAutofit/>
          </a:bodyPr>
          <a:lstStyle/>
          <a:p>
            <a:r>
              <a:rPr lang="en-IN" sz="1800" dirty="0"/>
              <a:t>Autonomous cars are self-driving vehicles.</a:t>
            </a:r>
          </a:p>
          <a:p>
            <a:r>
              <a:rPr lang="en-IN" sz="1800" dirty="0"/>
              <a:t>They use cameras, sensors, radar, LiDAR, GPS, and AI to understand their surroundings.</a:t>
            </a:r>
          </a:p>
          <a:p>
            <a:r>
              <a:rPr lang="en-IN" sz="1800" dirty="0"/>
              <a:t>They detect roads, lanes, pedestrians, vehicles, and traffic signs.</a:t>
            </a:r>
          </a:p>
          <a:p>
            <a:r>
              <a:rPr lang="en-IN" sz="1800" dirty="0"/>
              <a:t>They process real-time data using computer vision and artificial intelligence.</a:t>
            </a:r>
          </a:p>
          <a:p>
            <a:r>
              <a:rPr lang="en-IN" sz="1800" dirty="0"/>
              <a:t>They estimate the distance to nearby objects to avoid collisions.</a:t>
            </a:r>
          </a:p>
          <a:p>
            <a:r>
              <a:rPr lang="en-IN" sz="1800" dirty="0"/>
              <a:t>They automatically control steering, braking, and acceleration.</a:t>
            </a:r>
          </a:p>
          <a:p>
            <a:r>
              <a:rPr lang="en-IN" sz="1800" dirty="0"/>
              <a:t>They follow traffic rules and choose safe routes to reach the destination.</a:t>
            </a:r>
          </a:p>
          <a:p>
            <a:r>
              <a:rPr lang="en-IN" sz="1800" dirty="0"/>
              <a:t>They improve road safety, reduce human errors, and enhance driving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78811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A266-6B9F-34B3-F767-A48D9A1A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88BA65-68DB-C365-E922-169C61C4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A39E18-41DA-A59E-B3EA-7A8E55D71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23160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Detect roads, pedestrians, vehicles, and traffic signs accurately in real time.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Handle changing weather conditions such as rain, fog, and low light.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Correct camera distortions to obtain accurate visual information.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Estimate the distance between the vehicle and surrounding objects.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Identify moving and stationary obstacles to prevent collisions.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Process large volumes of image data with low latency.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Make safe and reliable driving decisions based on detected objects and distances.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Ensure smooth and efficient navigation in complex traffic environments.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E551F-7FEE-3837-5CFF-7585D388EF46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22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547C-67C1-3E40-1BBB-DE1D2FBF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5257A05-63AB-C773-A0F5-D6D21128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2EBCE2B-8506-B29B-3A6E-E4CCDF97A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2203" y="1556792"/>
            <a:ext cx="3534137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3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1B2D2-A632-1C4C-F385-36BD713D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7C66C0D-70DA-572A-F6B6-5D6FADD2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10332638" cy="1020762"/>
          </a:xfrm>
        </p:spPr>
        <p:txBody>
          <a:bodyPr/>
          <a:lstStyle/>
          <a:p>
            <a:r>
              <a:rPr lang="en-IN" dirty="0"/>
              <a:t>Applications of Computer Vision in Autonomous Cars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824F5C-607F-C339-43A8-A9B6F875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2316088"/>
          </a:xfrm>
        </p:spPr>
        <p:txBody>
          <a:bodyPr>
            <a:noAutofit/>
          </a:bodyPr>
          <a:lstStyle/>
          <a:p>
            <a:r>
              <a:rPr lang="en-IN" sz="1800" dirty="0"/>
              <a:t>Lane Detection – Identifies road lanes and keeps the vehicle </a:t>
            </a:r>
            <a:r>
              <a:rPr lang="en-IN" sz="1800" dirty="0" err="1"/>
              <a:t>centered</a:t>
            </a:r>
            <a:r>
              <a:rPr lang="en-IN" sz="1800" dirty="0"/>
              <a:t>.</a:t>
            </a:r>
          </a:p>
          <a:p>
            <a:r>
              <a:rPr lang="en-IN" sz="1800" dirty="0"/>
              <a:t>Pedestrian Detection – Detects pedestrians to avoid collisions.</a:t>
            </a:r>
          </a:p>
          <a:p>
            <a:r>
              <a:rPr lang="en-IN" sz="1800" dirty="0"/>
              <a:t>Traffic Sign Recognition – Recognizes speed limits, stop signs, and warning signs.</a:t>
            </a:r>
          </a:p>
          <a:p>
            <a:r>
              <a:rPr lang="en-IN" sz="1800" dirty="0"/>
              <a:t>Vehicle Detection – Detects nearby vehicles for safe driving.</a:t>
            </a:r>
          </a:p>
          <a:p>
            <a:r>
              <a:rPr lang="en-IN" sz="1800" dirty="0"/>
              <a:t>Obstacle Detection – Identifies obstacles such as animals, debris, and parked vehicles.</a:t>
            </a:r>
          </a:p>
          <a:p>
            <a:r>
              <a:rPr lang="en-IN" sz="1800" dirty="0"/>
              <a:t>Collision Avoidance – Applies automatic braking or steering to prevent accidents.</a:t>
            </a:r>
          </a:p>
        </p:txBody>
      </p:sp>
    </p:spTree>
    <p:extLst>
      <p:ext uri="{BB962C8B-B14F-4D97-AF65-F5344CB8AC3E}">
        <p14:creationId xmlns:p14="http://schemas.microsoft.com/office/powerpoint/2010/main" val="3649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7D7C-F387-AD6C-AD6F-7410EDEE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D8604D7-4666-FF1D-BDAC-BB62FAEE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931F3B5-C5F0-B168-C8B6-8832500E5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2316088"/>
          </a:xfrm>
        </p:spPr>
        <p:txBody>
          <a:bodyPr>
            <a:noAutofit/>
          </a:bodyPr>
          <a:lstStyle/>
          <a:p>
            <a:r>
              <a:rPr lang="en-IN" sz="1800" dirty="0"/>
              <a:t>Computer vision is the core technology behind autonomous vehicles.</a:t>
            </a:r>
          </a:p>
          <a:p>
            <a:r>
              <a:rPr lang="en-IN" sz="1800" dirty="0"/>
              <a:t>Vision pipeline enables object detection and scene understanding.</a:t>
            </a:r>
          </a:p>
          <a:p>
            <a:r>
              <a:rPr lang="en-IN" sz="1800" dirty="0"/>
              <a:t>Camera calibration improves image accuracy.</a:t>
            </a:r>
          </a:p>
          <a:p>
            <a:r>
              <a:rPr lang="en-IN" sz="1800" dirty="0"/>
              <a:t>Depth estimation helps measure object distances.</a:t>
            </a:r>
          </a:p>
          <a:p>
            <a:r>
              <a:rPr lang="en-IN" sz="1800" dirty="0"/>
              <a:t>Together, these technologies enable safe, reliable, and intelligent autonomous driving.</a:t>
            </a:r>
          </a:p>
        </p:txBody>
      </p:sp>
    </p:spTree>
    <p:extLst>
      <p:ext uri="{BB962C8B-B14F-4D97-AF65-F5344CB8AC3E}">
        <p14:creationId xmlns:p14="http://schemas.microsoft.com/office/powerpoint/2010/main" val="54244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BC26-6091-B06E-E1F0-E37394DC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D348737-9844-2CBE-58D6-FE3C37B9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CDA445D-B27B-8F22-D48C-257143067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2316088"/>
          </a:xfrm>
        </p:spPr>
        <p:txBody>
          <a:bodyPr>
            <a:noAutofit/>
          </a:bodyPr>
          <a:lstStyle/>
          <a:p>
            <a:r>
              <a:rPr lang="en-IN" sz="1800" dirty="0"/>
              <a:t>Improve autonomous driving using advanced AI and deep learning algorithms.</a:t>
            </a:r>
          </a:p>
          <a:p>
            <a:r>
              <a:rPr lang="en-IN" sz="1800" dirty="0"/>
              <a:t>Achieve higher accuracy in detecting roads, pedestrians, and traffic signs.</a:t>
            </a:r>
          </a:p>
          <a:p>
            <a:r>
              <a:rPr lang="en-IN" sz="1800" dirty="0"/>
              <a:t>Enhance performance in adverse weather conditions such as rain, fog, and snow.</a:t>
            </a:r>
          </a:p>
          <a:p>
            <a:r>
              <a:rPr lang="en-IN" sz="1800" dirty="0"/>
              <a:t>Integrate multiple sensors (camera, LiDAR, radar, and GPS) for better environmental perception.</a:t>
            </a:r>
          </a:p>
          <a:p>
            <a:r>
              <a:rPr lang="en-IN" sz="1800" dirty="0"/>
              <a:t>Develop fully autonomous (Level 5) vehicles with minimal or no human intervention.</a:t>
            </a:r>
          </a:p>
          <a:p>
            <a:r>
              <a:rPr lang="en-IN" sz="1800" dirty="0"/>
              <a:t>Enable vehicle-to-vehicle (V2V) and vehicle-to-infrastructure (V2I) communication for smarter transportation.</a:t>
            </a:r>
          </a:p>
        </p:txBody>
      </p:sp>
    </p:spTree>
    <p:extLst>
      <p:ext uri="{BB962C8B-B14F-4D97-AF65-F5344CB8AC3E}">
        <p14:creationId xmlns:p14="http://schemas.microsoft.com/office/powerpoint/2010/main" val="268268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132</TotalTime>
  <Words>417</Words>
  <Application>Microsoft Office PowerPoint</Application>
  <PresentationFormat>Custom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Consolas</vt:lpstr>
      <vt:lpstr>Corbel</vt:lpstr>
      <vt:lpstr>Times New Roman</vt:lpstr>
      <vt:lpstr>Chalkboard 16x9</vt:lpstr>
      <vt:lpstr>Autonomous Car Vision System</vt:lpstr>
      <vt:lpstr>What are Autonomous Cars?</vt:lpstr>
      <vt:lpstr>Problem Statement</vt:lpstr>
      <vt:lpstr>flowchart</vt:lpstr>
      <vt:lpstr>Applications of Computer Vision in Autonomous Cars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 💞</dc:creator>
  <cp:lastModifiedBy>B Hemanth kumar</cp:lastModifiedBy>
  <cp:revision>1</cp:revision>
  <dcterms:created xsi:type="dcterms:W3CDTF">2026-07-16T04:09:47Z</dcterms:created>
  <dcterms:modified xsi:type="dcterms:W3CDTF">2026-08-25T07:57:59Z</dcterms:modified>
</cp:coreProperties>
</file>